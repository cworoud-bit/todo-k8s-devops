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2377440" cy="82296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377440" cy="82296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2377440" cy="82296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651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2377440" cy="82296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66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TECHNIQUE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3383280" y="2194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 Full-Stack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&amp; Kubernetes K3s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83280" y="3154680"/>
            <a:ext cx="53035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Wrida Chebbi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ISET Tozeur |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ISET Tozeur |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97680" cy="822960"/>
          </a:xfrm>
          <a:prstGeom prst="rect">
            <a:avLst/>
          </a:prstGeom>
          <a:solidFill>
            <a:srgbClr val="EBF4FF"/>
          </a:solidFill>
          <a:ln w="12700">
            <a:solidFill>
              <a:srgbClr val="C9D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572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 l'Application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fonctionnalites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4297680" cy="8229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83080"/>
            <a:ext cx="4572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Travail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Machines, outils, cluster K3s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297680" cy="822960"/>
          </a:xfrm>
          <a:prstGeom prst="rect">
            <a:avLst/>
          </a:prstGeom>
          <a:solidFill>
            <a:srgbClr val="EBF4FF"/>
          </a:solidFill>
          <a:ln w="12700">
            <a:solidFill>
              <a:srgbClr val="C9DF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88920"/>
            <a:ext cx="4572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Docker Compose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best practices, demo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94760"/>
            <a:ext cx="4297680" cy="8229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F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794760"/>
            <a:ext cx="4572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31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Kubernetes K3s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Manifests, services, stockage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777240"/>
            <a:ext cx="4297680" cy="822960"/>
          </a:xfrm>
          <a:prstGeom prst="rect">
            <a:avLst/>
          </a:prstGeom>
          <a:solidFill>
            <a:srgbClr val="EBF4FF"/>
          </a:solidFill>
          <a:ln w="12700">
            <a:solidFill>
              <a:srgbClr val="C9DF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777240"/>
            <a:ext cx="4572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914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ConfigMaps, Secrets &amp; PVC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et securite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783080"/>
            <a:ext cx="4297680" cy="8229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F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783080"/>
            <a:ext cx="4572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et monitoring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788920"/>
            <a:ext cx="4297680" cy="822960"/>
          </a:xfrm>
          <a:prstGeom prst="rect">
            <a:avLst/>
          </a:prstGeom>
          <a:solidFill>
            <a:srgbClr val="EBF4FF"/>
          </a:solidFill>
          <a:ln w="12700">
            <a:solidFill>
              <a:srgbClr val="C9DF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788920"/>
            <a:ext cx="4572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035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Difficultes &amp; Solutions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Problemes rencontres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794760"/>
            <a:ext cx="4297680" cy="8229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F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794760"/>
            <a:ext cx="4572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931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035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améliorations futures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 l'Application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ISET Tozeur |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029200" cy="4023360"/>
          </a:xfrm>
          <a:prstGeom prst="rect">
            <a:avLst/>
          </a:prstGeom>
          <a:solidFill>
            <a:srgbClr val="EBF4FF"/>
          </a:solidFill>
          <a:ln w="12700">
            <a:solidFill>
              <a:srgbClr val="C9DF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Todo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de gestion de taches avec CRUD complet.
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685800" cy="38404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9903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tache avec titre et 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65376"/>
            <a:ext cx="685800" cy="38404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9280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19110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toutes les taches existantes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685800" cy="38404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8658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34440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a jour le statut ou le contenu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52928"/>
            <a:ext cx="685800" cy="38404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34440" y="2898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une tache terminee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46704"/>
            <a:ext cx="685800" cy="38404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7413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34440" y="33924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 surveillance de l'API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777240"/>
            <a:ext cx="3383280" cy="4023360"/>
          </a:xfrm>
          <a:prstGeom prst="rect">
            <a:avLst/>
          </a:prstGeom>
          <a:solidFill>
            <a:srgbClr val="F7FAFD"/>
          </a:solidFill>
          <a:ln w="12700">
            <a:solidFill>
              <a:srgbClr val="C9DF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868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3-Tiers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0" y="1371600"/>
            <a:ext cx="292608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1417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6440" y="17190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Nginx:alpine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2176272"/>
            <a:ext cx="0" cy="18288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2377440"/>
            <a:ext cx="2926080" cy="777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2423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06440" y="27249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23760" y="3182112"/>
            <a:ext cx="0" cy="18288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0" y="3383280"/>
            <a:ext cx="292608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3429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06440" y="37307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Utilisees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ISET Tozeur |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8346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68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Flask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20700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legere, endpoints CRUD, gestion des connexions DB, healthcheck integre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77724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777240"/>
            <a:ext cx="283464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868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15-Alpine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28416" y="120700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donnees relationnelle ACID, image Alpine minimaliste, schema init.sql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77724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777240"/>
            <a:ext cx="28346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868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Alpine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120700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web haute perf, fichiers statiques, proxy inverse leger, healthcheck HTTP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43200"/>
            <a:ext cx="2834640" cy="64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83464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3.8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317296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locale, reseaux custom, volumes nommes, healthchecks, depends_on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274320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2743200"/>
            <a:ext cx="283464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283464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K3s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28416" y="317296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Kubernetes ultra-legere (Rancher), cluster 1 master + 2 workers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274320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2743200"/>
            <a:ext cx="283464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283464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72784" y="317296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du code, .gitignore pour .env, commits atomiques, historique propre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&amp; Cluster K3s (1 Master + 2 Workers)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ISET Tozeur |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NODE - Control Plane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920240" cy="5029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1920240" cy="5029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4447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920240" cy="5029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447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Manager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417320"/>
            <a:ext cx="1920240" cy="5029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4447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4206240" cy="2697480"/>
          </a:xfrm>
          <a:prstGeom prst="rect">
            <a:avLst/>
          </a:prstGeom>
          <a:solidFill>
            <a:srgbClr val="F5F9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76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651760"/>
            <a:ext cx="3657600" cy="777240"/>
          </a:xfrm>
          <a:prstGeom prst="roundRect">
            <a:avLst/>
          </a:prstGeom>
          <a:solidFill>
            <a:srgbClr val="4A9FD4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7919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(Nginx)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657600" cy="777240"/>
          </a:xfrm>
          <a:prstGeom prst="roundRect">
            <a:avLst/>
          </a:prstGeom>
          <a:solidFill>
            <a:srgbClr val="4A9FD4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3931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103120"/>
            <a:ext cx="4206240" cy="2697480"/>
          </a:xfrm>
          <a:prstGeom prst="rect">
            <a:avLst/>
          </a:prstGeom>
          <a:solidFill>
            <a:srgbClr val="F5F9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176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2651760"/>
            <a:ext cx="3657600" cy="777240"/>
          </a:xfrm>
          <a:prstGeom prst="roundRect">
            <a:avLst/>
          </a:prstGeom>
          <a:solidFill>
            <a:srgbClr val="4A9FD4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67919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 replica)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3611880"/>
            <a:ext cx="3657600" cy="777240"/>
          </a:xfrm>
          <a:prstGeom prst="roundRect">
            <a:avLst/>
          </a:prstGeom>
          <a:solidFill>
            <a:srgbClr val="4A9FD4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63931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Architecture Docker Compose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ISET Tozeur |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2743200"/>
          </a:xfrm>
          <a:prstGeom prst="rect">
            <a:avLst/>
          </a:prstGeom>
          <a:solidFill>
            <a:srgbClr val="F7FAFD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95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Nginx:alpine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8083:80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304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Reseau: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frontend-net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777240"/>
            <a:ext cx="2743200" cy="2743200"/>
          </a:xfrm>
          <a:prstGeom prst="rect">
            <a:avLst/>
          </a:prstGeom>
          <a:solidFill>
            <a:srgbClr val="F7FAFD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777240"/>
            <a:ext cx="274320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795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todo-backend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3533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Python/Flask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5000:5000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304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Reseau: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777240"/>
            <a:ext cx="2743200" cy="2743200"/>
          </a:xfrm>
          <a:prstGeom prst="rect">
            <a:avLst/>
          </a:prstGeom>
          <a:solidFill>
            <a:srgbClr val="F7FAFD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777240"/>
            <a:ext cx="274320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795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13533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2304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Reseau: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backend-net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17520" y="214884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2148840"/>
            <a:ext cx="4572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703320"/>
            <a:ext cx="859536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76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Reseaux Isoles 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0" y="3767328"/>
            <a:ext cx="32004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0" y="3785616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frontend-net : Frontend &lt;-&gt; Backend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60720" y="3767328"/>
            <a:ext cx="3200400" cy="3200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3785616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backend-net : Backend &lt;-&gt; Database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: postgres-data (named volume) | Persistance des donnees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Best Practices Docker Compose Appliquees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ISET Tozeur |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8346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68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20700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builder (gcc, pip) -&gt; Stage production (app only). Image finale minimale, surface d'attaque reduite.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77724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777240"/>
            <a:ext cx="28346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868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28416" y="120700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pg_isready pour PostgreSQL, curl /health pour Flask, wget pour Nginx. Demarrage conditionnel.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77724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777240"/>
            <a:ext cx="2834640" cy="6400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868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+ condition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120700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service_healthy garantit que le backend attend que la DB soit vraiment prete.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43200"/>
            <a:ext cx="283464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83464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Reseaux Personnalises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317296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frontend-net et backend-net separent le trafic. La DB n'est pas accessible depuis le frontend.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274320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2743200"/>
            <a:ext cx="28346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283464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28416" y="317296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.env separe, exclu du git via .gitignore. Pas de secrets en dur dans le YAML.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274320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2743200"/>
            <a:ext cx="283464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283464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Non-Root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72784" y="317296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appuser (UID 1000) dans le Dockerfile backend. Principe du moindre privilege respecte.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Objets Kubernetes Deploys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ISET Tozeur |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560320" cy="1463040"/>
          </a:xfrm>
          <a:prstGeom prst="rect">
            <a:avLst/>
          </a:prstGeom>
          <a:solidFill>
            <a:srgbClr val="F0F7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25603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13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frontend-deployment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5270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todo-frontend:latest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777240"/>
            <a:ext cx="2560320" cy="1463040"/>
          </a:xfrm>
          <a:prstGeom prst="rect">
            <a:avLst/>
          </a:prstGeom>
          <a:solidFill>
            <a:srgbClr val="F0F7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777240"/>
            <a:ext cx="25603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813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backend-deployment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15270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todo-backend:latest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777240"/>
            <a:ext cx="2560320" cy="1463040"/>
          </a:xfrm>
          <a:prstGeom prst="rect">
            <a:avLst/>
          </a:prstGeom>
          <a:solidFill>
            <a:srgbClr val="F0F7FF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777240"/>
            <a:ext cx="2560320" cy="34747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813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postgres-deployment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0" y="15270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postgres:15-alpine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2240280"/>
            <a:ext cx="0" cy="3200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560320"/>
            <a:ext cx="2560320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7860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:30080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0" cy="32004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2560320"/>
            <a:ext cx="2560320" cy="7315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57860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:30005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72400" y="2240280"/>
            <a:ext cx="0" cy="32004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2560320"/>
            <a:ext cx="256032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57860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72400" y="3291840"/>
            <a:ext cx="0" cy="32004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3611880"/>
            <a:ext cx="2560320" cy="777240"/>
          </a:xfrm>
          <a:prstGeom prst="rect">
            <a:avLst/>
          </a:prstGeom>
          <a:solidFill>
            <a:srgbClr val="EBF4FF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6393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postgres-pvc (1Gi)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StorageClass: hostpath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&amp; Secrets - Configuration et Securite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ISET Tozeur |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4023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Actuelle (Variables Inline)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DB_HOST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"db-service"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DB_PASSWORD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"todopassword123"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DB_NAME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"todoapp"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Mot de passe en clair dans le manifest YAML. Non recommande en production.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114800" cy="402336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777240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Recommandee (K8s Secrets)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26187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 (base64 encode)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db-secret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Opaque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dG9kb3Bhc3M=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Ref dans Deployment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DB_PASSWORD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valueFrom: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secretKeyRef: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db-secret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key: password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Volumes &amp; PVC - Stockage K3s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ISET Tozeur |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201168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PostgreSQL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Requiert du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persistant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371600"/>
            <a:ext cx="18288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777240"/>
            <a:ext cx="2011680" cy="1188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postgres-pvc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13716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1Gi / ReadWriteOnce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StorageClass: hostpath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8288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777240"/>
            <a:ext cx="2011680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3716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native K3s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Provisionnement auto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18288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777240"/>
            <a:ext cx="2011680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(Auto-cree)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13716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/var/lib/rancher/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k3s/storage/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148840"/>
            <a:ext cx="4114800" cy="2606040"/>
          </a:xfrm>
          <a:prstGeom prst="rect">
            <a:avLst/>
          </a:prstGeom>
          <a:solidFill>
            <a:srgbClr val="1E2D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manifest: db-storage.yaml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56032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PersistentVolumeClaim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postgres-pvc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accessModes: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ReadWriteOnce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storage: 1Gi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storageClassName: hostpath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148840"/>
            <a:ext cx="1188720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17627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ReadWriteOnce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0" y="217627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volume peut etre monte en lecture/ecriture par un seul noeud a la fois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788920"/>
            <a:ext cx="1188720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81635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28163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Gigabyte de stockage provisionne automatiquement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429000"/>
            <a:ext cx="1188720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4564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52160" y="34564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 native K3s utilisant le systeme de fichiers local du noeud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4069080"/>
            <a:ext cx="1188720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09651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VolumeMount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52160" y="40965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sur /var/lib/postgresql/data dans le conteneur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Kubernetes Appliquees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ISET Tozeur |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8346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68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&amp; Selectors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20700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todo-backend, app: todo-frontend, app: postgres. Selecteurs coherents et significatifs.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77724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777240"/>
            <a:ext cx="28346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868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imagePullPolicy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28416" y="120700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IfNotPresent pour utiliser les images locales buildees avec Docker sans re-pull inutile.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77724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777240"/>
            <a:ext cx="2834640" cy="6400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868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pour DB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120700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donnees n'est exposee qu'en interne. Aucun acces externe possible (securite).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43200"/>
            <a:ext cx="283464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83464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pour la DB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317296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donnees PostgreSQL survivent aux redemarrages de pods grace au PersistentVolumeClaim.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274320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2743200"/>
            <a:ext cx="28346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283464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Frontend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28416" y="317296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30080 expose le frontend. NodePort 30005 pour l'API. Accessible depuis l'exterieur.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2743200"/>
            <a:ext cx="2834640" cy="1783080"/>
          </a:xfrm>
          <a:prstGeom prst="rect">
            <a:avLst/>
          </a:prstGeom>
          <a:solidFill>
            <a:srgbClr val="F7FAFD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2743200"/>
            <a:ext cx="283464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283464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(recommande)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72784" y="3172968"/>
            <a:ext cx="2615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logique des ressources dans un namespace dedie (ex: todo-app). Bonne pratique.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 - Docker Compose et K3s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ISET Tozeur |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4023360"/>
          </a:xfrm>
          <a:prstGeom prst="rect">
            <a:avLst/>
          </a:prstGeom>
          <a:solidFill>
            <a:srgbClr val="EBF4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Docker Compose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298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ps -&gt; tous les services 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localhost:5000/health -&gt; status: healthy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176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localhost:8083 -&gt; interface Todo OK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6151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CRUD complet (POST, GET, PUT, DELETE)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0540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isolation reseau (frontend sans acces DB)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9300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493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persistance (restart -&gt; donnees OK)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931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healthchecks et depends_on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777240"/>
            <a:ext cx="4114800" cy="4023360"/>
          </a:xfrm>
          <a:prstGeom prst="rect">
            <a:avLst/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777240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Kubernetes K3s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1298448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1298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 -&gt; tous Running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1737360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http://&lt;NODE&gt;:30080 -&gt; frontend accessible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176272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2176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http://&lt;NODE&gt;:30005/health -&gt; API OK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2615184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26151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 &lt;pod&gt; -&gt; pas d'erreurs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054096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0540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resilience: kubectl delete pod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493008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493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recree automatiquement (self-healing)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3931920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3931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pvc -&gt; postgres-pvc Bound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Difficultes Rencontrees &amp; Solutions Apportees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- ISET Tozeur |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393192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5720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960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: Backend demarre avant PostgreSQL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252728"/>
            <a:ext cx="50292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22960"/>
            <a:ext cx="4160520" cy="86868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22960"/>
            <a:ext cx="45720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9144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Ajout healthcheck pg_isready + depends_on avec condition: service_healthy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393192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828800"/>
            <a:ext cx="45720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11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1965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: Images locales non reconnues par K3s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2258568"/>
            <a:ext cx="50292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828800"/>
            <a:ext cx="4160520" cy="86868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828800"/>
            <a:ext cx="45720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011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1920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Importation manuelle : k3s ctr images import &lt;image.tar&gt; apres docker save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393192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834640"/>
            <a:ext cx="45720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017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2960" y="2971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: PVC reste en etat Pending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3264408"/>
            <a:ext cx="50292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834640"/>
            <a:ext cx="4160520" cy="86868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834640"/>
            <a:ext cx="45720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017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2926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Specification explicite de storageClassName: hostpath (StorageClass native K3s)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840480"/>
            <a:ext cx="393192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840480"/>
            <a:ext cx="45720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023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22960" y="3977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: Mots de passe en clair dans YAML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06240" y="4270248"/>
            <a:ext cx="50292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840480"/>
            <a:ext cx="4160520" cy="86868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3840480"/>
            <a:ext cx="45720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023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57800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Amelioration planifiee : migrer vers Kubernetes Secrets avec base64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Améliorations Futures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appris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716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 complete d'une app full-stack avec Docker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10512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105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locale multi-services avec Docker Compose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49424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4942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 sur cluster K3s avec manifests Kubernetes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688336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8833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l'etat (PVC) et des dependances (healthchecks)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960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futures 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1389888"/>
            <a:ext cx="1417320" cy="41148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417320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(GitLab CI)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1389888"/>
            <a:ext cx="1417320" cy="41148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417320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Controller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1956816"/>
            <a:ext cx="1417320" cy="41148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Secrets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1956816"/>
            <a:ext cx="1417320" cy="41148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984248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Autoscaler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2523744"/>
            <a:ext cx="1417320" cy="41148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551176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523744"/>
            <a:ext cx="1417320" cy="41148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2551176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GitOps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206240"/>
            <a:ext cx="85039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   |  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TaskManager - Docker &amp; Kubernetes</dc:title>
  <dc:subject>PptxGenJS Presentation</dc:subject>
  <dc:creator>Wrida Chebbi</dc:creator>
  <cp:lastModifiedBy>Wrida Chebbi</cp:lastModifiedBy>
  <cp:revision>1</cp:revision>
  <dcterms:created xsi:type="dcterms:W3CDTF">2026-05-02T18:16:00Z</dcterms:created>
  <dcterms:modified xsi:type="dcterms:W3CDTF">2026-05-02T18:16:00Z</dcterms:modified>
</cp:coreProperties>
</file>